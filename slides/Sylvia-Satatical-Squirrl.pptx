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73"/>
    <p:restoredTop sz="94694"/>
  </p:normalViewPr>
  <p:slideViewPr>
    <p:cSldViewPr snapToGrid="0">
      <p:cViewPr varScale="1">
        <p:scale>
          <a:sx n="64" d="100"/>
          <a:sy n="64" d="100"/>
        </p:scale>
        <p:origin x="200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9F55-7881-B02A-1429-3A93E311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374A7-7748-E22D-3324-E58DE5088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918AE-54BA-A52F-D957-60E79FF9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CEC6E-FA05-A9ED-3FED-2A8A4B30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FDEF6-D444-8AA3-B7BB-0621AE96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5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8AD6-B5E5-ED12-7DB5-FA0BACC9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9FECC-F415-54C4-0F51-BB5AC5208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350D5-5A09-6462-494C-2BD40C62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D612E-621E-1D4A-232E-C29BD647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34BB-DA58-718E-F1F5-5CB4FFBA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7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AAEE-D604-FC6F-92FB-B39911F0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75AB-045B-3908-9132-9E57C01A5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FE4AC-128C-A6C3-0CF3-69B1553D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91773-9EEB-7FFB-9A5B-A7C379110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B1F86-4A3F-BBE0-B1AB-592399E8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9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1C54-AAF7-33BF-D43B-A85B09EF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CBA58-DA4E-8CAF-60E8-501ADED22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7C508-9513-4327-F86D-6CDA83142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652E0-23A6-D0CC-8144-9B356830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FFCF7-EA31-629E-CDCC-5B0923E3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935AA-0470-B123-A41A-F94FE0E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8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A9B6-E6D9-842E-3316-EBC7F0532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C6B4C-90AA-FE85-3F46-CDD231589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E0684-F56D-1EBE-71B1-A2F5915F9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DFFCA-C550-E943-89A4-F3D22C1E7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CF67A-2DE6-59A0-1383-49D12A305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AC1F0-70E3-4BF0-A283-A7D0C450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B0655-6135-F289-6403-A6C31AC8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8CED6-FB9D-162F-B2E4-C1528F5C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68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0855-D2CB-1BC3-6884-1426C0E9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976C4E-7A6B-E8AC-64A5-BF5230641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FAEB6-11DA-F402-4B94-940AA867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A147C-95A6-4810-4802-FC6B8714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3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4DAFB-BE2F-ECBB-6A68-3E447161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69859-3EFB-4D79-2B81-B007C4C68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22F8F-9CFF-75C1-0BA9-D9D52E9A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5857-DA3B-43CF-61EB-7E54EFC4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53838-C709-189A-89FC-F84F86E85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9F421-B5BD-87E3-62D6-FD1623C42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D6BC4-9EDA-0349-B307-11B3B1FC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2B638-22D3-FBF6-1B3D-D25E2A9F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DF261-6353-51A6-4A15-A8CA4339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65C7-FD57-28B6-B1F2-2BF90312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D0E27-E181-F863-002A-9B6A50280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55E77-AAD8-6861-1ACF-8308721B4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3E43B-A6A4-1B5F-753C-2764CD29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E66F-FA27-A470-CE4C-D380669C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BE4CD-08B6-7A06-8210-B6FC01FA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5C8C-FBC3-6142-8BCE-3B212B74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6433E-198E-07C5-C9AE-C1F1A57B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F1639-A311-EBD7-BF0C-0B8A70F6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4836C-FFA0-A726-C8B8-DF436FDF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5048C-D0C7-214A-419F-9EDDF4E2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0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C56E9-C0F5-59C8-352B-31758A5CC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3BDC8-E498-41CB-E5C6-43F69E05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8E2E7-B8D8-FB91-2AD6-FAA60E01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00E7-003E-343A-C877-DC3617FD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7DCB0-774E-1E20-212E-4A598AFC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68494-389F-C407-84F3-EE32D0F1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0E8DA-F806-5B0A-974B-282E7860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CDDCA-7018-95E1-CDCD-4947CAD5D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D8716-8690-8C4E-9F5F-AE8A541971E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9418-80C3-B42B-14A4-40A078049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40003-9ECB-8361-E6AC-9EECDBE19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3E753-E48A-D441-A22A-DC32179A3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squirrel waving&#10;&#10;AI-generated content may be incorrect.">
            <a:extLst>
              <a:ext uri="{FF2B5EF4-FFF2-40B4-BE49-F238E27FC236}">
                <a16:creationId xmlns:a16="http://schemas.microsoft.com/office/drawing/2014/main" id="{9693D37E-7106-8962-D226-FFFEEE9AF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78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34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toon squirrel wearing glasses and a green jacket with a bag&#10;&#10;AI-generated content may be incorrect.">
            <a:extLst>
              <a:ext uri="{FF2B5EF4-FFF2-40B4-BE49-F238E27FC236}">
                <a16:creationId xmlns:a16="http://schemas.microsoft.com/office/drawing/2014/main" id="{618B1064-3122-93BF-69DB-BD6EC7388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66" t="5009" r="27451" b="9442"/>
          <a:stretch>
            <a:fillRect/>
          </a:stretch>
        </p:blipFill>
        <p:spPr>
          <a:xfrm>
            <a:off x="3717234" y="1311965"/>
            <a:ext cx="3916017" cy="443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5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2026-02-07T01:42:57Z</dcterms:created>
  <dcterms:modified xsi:type="dcterms:W3CDTF">2026-02-09T04:44:53Z</dcterms:modified>
</cp:coreProperties>
</file>